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8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43F96-F40E-13B5-FE12-D35B58AF4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C57FB7-C287-CB2F-2D5C-BE40CFD9D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910C6E-46B1-7928-1651-D2BD8E0B2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F7D1C6-F9B9-C49B-0406-37A011A2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AA0A4-ADDA-489F-76D2-195F4ADE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3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84453-5781-BF10-400E-4EDB1064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9B935-F243-D7F5-803B-AC38C245F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641F4-AFA2-C849-11A7-6CF92DA4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6A48E-B4EC-ECE4-E331-6AEF0EDB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4E7E16-0939-95E8-700D-A20BE758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20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DD8A2-818A-7418-CB7F-F18DCBC2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43BC0A-6F02-ED8B-6F9E-408EA598D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4EE588-9075-8E3C-E442-4D27A348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29A7F7-BFAB-D49A-F4B8-9B0B0B7D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7D9B7-6EBA-4393-E07F-DAF7CE68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60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990CA-C517-2ACD-27B2-6A78832A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201160-BF18-716C-FFA3-98FA8C31F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8DA722-93F1-0DE6-F708-706290A2D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80E0E-EA1B-4106-31CF-3EAA07CD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D5D63C-B4AD-0715-35AC-D9146683B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93F8AB-9FDA-E4F2-E116-905151D9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62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F1275-8BC1-0A79-E103-95C33598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FA5008-C8ED-129B-474F-384544DED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AC1679-764A-8C50-0DE2-BB7AC37EB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9E2330-3955-1E0F-C035-4F1799C42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441E95-4C91-8E64-6937-C641250AB0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8D4718-B232-82DA-F35E-194E31D0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97DA17-6EF8-59E8-76E0-4DE47F72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1F5B18-DB76-BE84-2259-A1D00554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52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79ACD-0BD0-431A-2AAD-94A74254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47C9CB-A555-EF0E-C041-41605001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53D025-E1CD-AF49-84BC-D620CDFB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8A3784-0DE8-7AA6-96D5-D03EDA95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39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047305-BC91-8A7C-FF51-0DF7E397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FC7B1F-81BA-4889-7E8C-D06F9772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EA0EC5-DCF5-46A8-82A8-B022DD37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278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0A2BA-1DB8-9724-3B40-CF6FE45D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B95B9D-F765-F72D-6699-27A859A4A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F397D2-3E85-F3FC-E531-53B73FFDA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0E6EB8-EECF-7A90-0BF7-BE91EC29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684355-1449-8771-CFD5-40FC0F66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1C4754-2F9A-BC01-4084-9DCF88F4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E01A1-287E-3EA3-0D25-01A834A7A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AD7CB6-DB4E-6607-B994-434FE1923C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3C1863-08D6-483B-1BB2-A916E35F7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8FCAA9-6801-0950-AF2D-5FF61A5B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8D403F-2AC7-5AD3-9EBB-84385BDF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6EB712-EB25-EEB0-F49D-605EDF206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823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8FA133-FB81-366C-73D6-76D68A978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BAE6B1-5C23-EE42-29E4-F9ED7F6DE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23CF8-EA2F-E36F-FFF4-60C56197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A22BA3-189F-0FAC-2555-0AA2DC44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CF62A8-2006-0340-3D49-3548F2FF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91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92EE42-8D8C-9F66-76A0-1321F0236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1F90D0-8A93-F924-48F5-663B3B9FF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B1AB6D-13E7-3EEB-B35D-B80528D9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EFE7CF-0BE2-F99C-AC6B-942D5D60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C46CF8-A644-5412-E180-9A18481F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4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D82635-293E-9438-F5FA-157571A4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945D74-4295-EB6D-04B8-07DC2761F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2E32DE-5FA7-854D-0A89-3DFED5F26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64C2A-16AF-4476-AC61-B0397038928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6A702-6AD6-D2BA-8677-6266003D9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56F024-4A42-E220-684F-C58A76E6E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5BCBA-25D2-4B1C-9B35-68B2A237D3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2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D8A7110-DD1F-C2F6-0C02-E3080A7058AF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84E3DFF-1BCB-9EA5-3B40-29EABA700037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1579D2-64F1-2B3D-CC0A-3267A8B7C6EF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9CAAD7C-D18A-A8D8-6E54-FD3AEC693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006213"/>
              </p:ext>
            </p:extLst>
          </p:nvPr>
        </p:nvGraphicFramePr>
        <p:xfrm>
          <a:off x="1127255" y="481891"/>
          <a:ext cx="10941980" cy="61808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3140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751401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2026</a:t>
                      </a:r>
                      <a:r>
                        <a:rPr lang="ko-KR" altLang="en-US" dirty="0"/>
                        <a:t>년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메모 </a:t>
                      </a:r>
                      <a:r>
                        <a:rPr lang="ko-KR" altLang="en-US" dirty="0" err="1"/>
                        <a:t>어쩌꿍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F1A1E9BF-B97B-9376-923C-515238284438}"/>
              </a:ext>
            </a:extLst>
          </p:cNvPr>
          <p:cNvGrpSpPr/>
          <p:nvPr/>
        </p:nvGrpSpPr>
        <p:grpSpPr>
          <a:xfrm>
            <a:off x="114300" y="440795"/>
            <a:ext cx="418865" cy="319087"/>
            <a:chOff x="571500" y="914400"/>
            <a:chExt cx="418865" cy="319087"/>
          </a:xfrm>
          <a:solidFill>
            <a:schemeClr val="bg1">
              <a:lumMod val="95000"/>
            </a:schemeClr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3B32CC0-236E-B6F1-44D1-DF98B8257071}"/>
                </a:ext>
              </a:extLst>
            </p:cNvPr>
            <p:cNvSpPr/>
            <p:nvPr/>
          </p:nvSpPr>
          <p:spPr>
            <a:xfrm>
              <a:off x="571500" y="91440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2A30965-116A-AAAC-4406-2FB75AD58644}"/>
                </a:ext>
              </a:extLst>
            </p:cNvPr>
            <p:cNvSpPr/>
            <p:nvPr/>
          </p:nvSpPr>
          <p:spPr>
            <a:xfrm>
              <a:off x="571500" y="103452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D91DD51-1B51-16C9-5CD8-D1FF807213E1}"/>
                </a:ext>
              </a:extLst>
            </p:cNvPr>
            <p:cNvSpPr/>
            <p:nvPr/>
          </p:nvSpPr>
          <p:spPr>
            <a:xfrm>
              <a:off x="579965" y="1147762"/>
              <a:ext cx="41040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BEBB932-D143-CF94-5803-FF808DABBC81}"/>
              </a:ext>
            </a:extLst>
          </p:cNvPr>
          <p:cNvSpPr txBox="1"/>
          <p:nvPr/>
        </p:nvSpPr>
        <p:spPr>
          <a:xfrm>
            <a:off x="3903655" y="2506357"/>
            <a:ext cx="2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68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63A7-EC36-269C-75FE-96428D15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6A6301D-5C61-BFEC-2252-ED96D26A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209495"/>
              </p:ext>
            </p:extLst>
          </p:nvPr>
        </p:nvGraphicFramePr>
        <p:xfrm>
          <a:off x="1127255" y="481891"/>
          <a:ext cx="10941980" cy="618087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3140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563140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751401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2026</a:t>
                      </a:r>
                      <a:r>
                        <a:rPr lang="ko-KR" altLang="en-US" dirty="0"/>
                        <a:t>년 </a:t>
                      </a:r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월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메모 </a:t>
                      </a:r>
                      <a:r>
                        <a:rPr lang="ko-KR" altLang="en-US" dirty="0" err="1"/>
                        <a:t>어쩌꿍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1085894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1B3D0F2D-1412-2DC6-996F-78AA4576836E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E990A70-513C-BF58-DB86-260E7004F9CC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36AFD79-7022-3811-3F5C-8346EEAD80E2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7B3905D-E85E-A79C-8E82-ABFEE5437847}"/>
              </a:ext>
            </a:extLst>
          </p:cNvPr>
          <p:cNvGrpSpPr/>
          <p:nvPr/>
        </p:nvGrpSpPr>
        <p:grpSpPr>
          <a:xfrm>
            <a:off x="114300" y="440795"/>
            <a:ext cx="418865" cy="319087"/>
            <a:chOff x="571500" y="914400"/>
            <a:chExt cx="418865" cy="319087"/>
          </a:xfrm>
          <a:solidFill>
            <a:schemeClr val="bg1">
              <a:lumMod val="95000"/>
            </a:schemeClr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AA4FB39-6D78-90E6-DFDA-7143B8AEEB83}"/>
                </a:ext>
              </a:extLst>
            </p:cNvPr>
            <p:cNvSpPr/>
            <p:nvPr/>
          </p:nvSpPr>
          <p:spPr>
            <a:xfrm>
              <a:off x="571500" y="91440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37E3F90-ABBC-EE0E-6C14-09361BCFD43B}"/>
                </a:ext>
              </a:extLst>
            </p:cNvPr>
            <p:cNvSpPr/>
            <p:nvPr/>
          </p:nvSpPr>
          <p:spPr>
            <a:xfrm>
              <a:off x="571500" y="103452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DA7B8F1-035F-3D5A-B759-43BAD91E8602}"/>
                </a:ext>
              </a:extLst>
            </p:cNvPr>
            <p:cNvSpPr/>
            <p:nvPr/>
          </p:nvSpPr>
          <p:spPr>
            <a:xfrm>
              <a:off x="579965" y="1147762"/>
              <a:ext cx="41040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88ED4F-F56A-9BB9-7465-45DDDC59EE16}"/>
              </a:ext>
            </a:extLst>
          </p:cNvPr>
          <p:cNvSpPr/>
          <p:nvPr/>
        </p:nvSpPr>
        <p:spPr>
          <a:xfrm>
            <a:off x="-1" y="333375"/>
            <a:ext cx="1933575" cy="6524624"/>
          </a:xfrm>
          <a:prstGeom prst="rect">
            <a:avLst/>
          </a:prstGeom>
          <a:solidFill>
            <a:srgbClr val="FFFFC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설정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달력 꾸미기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달력 사진 다운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버전정보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037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3FBC-3048-8501-0873-BEE9AA1A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3369234-44EB-1865-6927-44A8F9F20D75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1BF5A3A-FF65-88F9-52D0-6CCC3DDB4AFA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8D4E143-A309-6315-66A1-8012C8528CAC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E45353C-E678-A1BF-97CA-F3CEE3E11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728799"/>
              </p:ext>
            </p:extLst>
          </p:nvPr>
        </p:nvGraphicFramePr>
        <p:xfrm>
          <a:off x="1357063" y="392958"/>
          <a:ext cx="9477874" cy="53538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3982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650859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2026</a:t>
                      </a:r>
                      <a:r>
                        <a:rPr lang="ko-KR" altLang="en-US" sz="1600" dirty="0"/>
                        <a:t>년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월</a:t>
                      </a:r>
                    </a:p>
                  </a:txBody>
                  <a:tcPr marL="79205" marR="79205" marT="39602" marB="3960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A124E2E2-4175-3217-66B9-1635CF740A03}"/>
              </a:ext>
            </a:extLst>
          </p:cNvPr>
          <p:cNvGrpSpPr/>
          <p:nvPr/>
        </p:nvGrpSpPr>
        <p:grpSpPr>
          <a:xfrm>
            <a:off x="11575285" y="6417998"/>
            <a:ext cx="418865" cy="319087"/>
            <a:chOff x="571500" y="914400"/>
            <a:chExt cx="418865" cy="319087"/>
          </a:xfrm>
          <a:solidFill>
            <a:schemeClr val="bg1">
              <a:lumMod val="95000"/>
            </a:schemeClr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971DA86-EB1B-5595-CC63-06C21E370DB4}"/>
                </a:ext>
              </a:extLst>
            </p:cNvPr>
            <p:cNvSpPr/>
            <p:nvPr/>
          </p:nvSpPr>
          <p:spPr>
            <a:xfrm>
              <a:off x="571500" y="91440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3AD947B-2F28-0914-32D2-F6FB7854D719}"/>
                </a:ext>
              </a:extLst>
            </p:cNvPr>
            <p:cNvSpPr/>
            <p:nvPr/>
          </p:nvSpPr>
          <p:spPr>
            <a:xfrm>
              <a:off x="571500" y="103452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63EA31C-57DF-D6AC-6182-A529E34A3DFD}"/>
                </a:ext>
              </a:extLst>
            </p:cNvPr>
            <p:cNvSpPr/>
            <p:nvPr/>
          </p:nvSpPr>
          <p:spPr>
            <a:xfrm>
              <a:off x="579965" y="1147762"/>
              <a:ext cx="41040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12C39D5-4404-2C5D-CFFF-342B8FCCCD4B}"/>
              </a:ext>
            </a:extLst>
          </p:cNvPr>
          <p:cNvSpPr txBox="1"/>
          <p:nvPr/>
        </p:nvSpPr>
        <p:spPr>
          <a:xfrm>
            <a:off x="3708446" y="1972101"/>
            <a:ext cx="2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3B506DE-F95B-4C8B-8140-B79E05E76E61}"/>
              </a:ext>
            </a:extLst>
          </p:cNvPr>
          <p:cNvGraphicFramePr>
            <a:graphicFrameLocks noGrp="1"/>
          </p:cNvGraphicFramePr>
          <p:nvPr/>
        </p:nvGraphicFramePr>
        <p:xfrm>
          <a:off x="-11108" y="6297085"/>
          <a:ext cx="11384600" cy="560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150">
                  <a:extLst>
                    <a:ext uri="{9D8B030D-6E8A-4147-A177-3AD203B41FA5}">
                      <a16:colId xmlns:a16="http://schemas.microsoft.com/office/drawing/2014/main" val="4023256355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3636093769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772554118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1130068070"/>
                    </a:ext>
                  </a:extLst>
                </a:gridCol>
              </a:tblGrid>
              <a:tr h="56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ImgBtn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DrawBtn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SaveBtn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Etc</a:t>
                      </a:r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28144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2B32EA05-0BEE-6593-F94C-B4B34BB1815A}"/>
              </a:ext>
            </a:extLst>
          </p:cNvPr>
          <p:cNvSpPr/>
          <p:nvPr/>
        </p:nvSpPr>
        <p:spPr>
          <a:xfrm>
            <a:off x="10407721" y="5130657"/>
            <a:ext cx="1430306" cy="1520703"/>
          </a:xfrm>
          <a:prstGeom prst="rect">
            <a:avLst/>
          </a:prstGeom>
          <a:solidFill>
            <a:srgbClr val="FFFFC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내보내기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불러오기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나가기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5FA690-BCDB-6C9F-0778-8AFBB7C10767}"/>
              </a:ext>
            </a:extLst>
          </p:cNvPr>
          <p:cNvSpPr/>
          <p:nvPr/>
        </p:nvSpPr>
        <p:spPr>
          <a:xfrm>
            <a:off x="1357062" y="374335"/>
            <a:ext cx="9501437" cy="673416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위쪽 14">
            <a:extLst>
              <a:ext uri="{FF2B5EF4-FFF2-40B4-BE49-F238E27FC236}">
                <a16:creationId xmlns:a16="http://schemas.microsoft.com/office/drawing/2014/main" id="{49587A59-EEDC-FEC1-7652-2674479FC815}"/>
              </a:ext>
            </a:extLst>
          </p:cNvPr>
          <p:cNvSpPr/>
          <p:nvPr/>
        </p:nvSpPr>
        <p:spPr>
          <a:xfrm rot="19693323">
            <a:off x="10365293" y="802409"/>
            <a:ext cx="561975" cy="6176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73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56FBB-47E5-7F02-FCAE-B304B5EA7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5475703F-E122-5F9E-F782-31D5C68080F8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FF63BEC-BDD1-C867-5044-C9815139CBB5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6BEDBF2-0816-4875-15DE-7EB41B832D42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72C817F-72E3-3F4F-708C-07EFD84EB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894408"/>
              </p:ext>
            </p:extLst>
          </p:nvPr>
        </p:nvGraphicFramePr>
        <p:xfrm>
          <a:off x="91745" y="2850408"/>
          <a:ext cx="11893115" cy="8167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93115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</a:tblGrid>
              <a:tr h="81671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000" dirty="0"/>
                        <a:t>2026</a:t>
                      </a:r>
                      <a:r>
                        <a:rPr lang="ko-KR" altLang="en-US" sz="2000" dirty="0"/>
                        <a:t>년 </a:t>
                      </a:r>
                      <a:r>
                        <a:rPr lang="en-US" altLang="ko-KR" sz="2000" dirty="0"/>
                        <a:t>5</a:t>
                      </a:r>
                      <a:r>
                        <a:rPr lang="ko-KR" altLang="en-US" sz="2000" dirty="0"/>
                        <a:t>월</a:t>
                      </a:r>
                    </a:p>
                  </a:txBody>
                  <a:tcPr marL="99389" marR="99389" marT="49694" marB="49694"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872CBC-DBF6-776C-2B1D-5FD05A7A7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13750"/>
              </p:ext>
            </p:extLst>
          </p:nvPr>
        </p:nvGraphicFramePr>
        <p:xfrm>
          <a:off x="-11108" y="6297085"/>
          <a:ext cx="11384600" cy="560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150">
                  <a:extLst>
                    <a:ext uri="{9D8B030D-6E8A-4147-A177-3AD203B41FA5}">
                      <a16:colId xmlns:a16="http://schemas.microsoft.com/office/drawing/2014/main" val="4023256355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3636093769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772554118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1130068070"/>
                    </a:ext>
                  </a:extLst>
                </a:gridCol>
              </a:tblGrid>
              <a:tr h="56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ImgBtn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DrawBtn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SaveBtn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BackBtn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28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43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CDA6-1BA0-A3CB-42FA-5118107B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1DCAB879-50BE-E36F-DB28-D0C2881BF139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7096AAB-A97A-217F-59AA-C786F01E5AA7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ABC1D1A-8894-70DB-5296-DAAE62A69D13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CE78EAF-6260-C725-0D13-39D5000B5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062825"/>
              </p:ext>
            </p:extLst>
          </p:nvPr>
        </p:nvGraphicFramePr>
        <p:xfrm>
          <a:off x="1357063" y="392958"/>
          <a:ext cx="9477874" cy="53538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3982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650859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2026</a:t>
                      </a:r>
                      <a:r>
                        <a:rPr lang="ko-KR" altLang="en-US" sz="1600" dirty="0"/>
                        <a:t>년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월</a:t>
                      </a:r>
                    </a:p>
                  </a:txBody>
                  <a:tcPr marL="79205" marR="79205" marT="39602" marB="3960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79205" marR="79205" marT="39602" marB="39602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EF1B5978-3EBD-AF98-10CA-E774D55BBBD5}"/>
              </a:ext>
            </a:extLst>
          </p:cNvPr>
          <p:cNvGrpSpPr/>
          <p:nvPr/>
        </p:nvGrpSpPr>
        <p:grpSpPr>
          <a:xfrm>
            <a:off x="11575285" y="6417998"/>
            <a:ext cx="418865" cy="319087"/>
            <a:chOff x="571500" y="914400"/>
            <a:chExt cx="418865" cy="319087"/>
          </a:xfrm>
          <a:solidFill>
            <a:schemeClr val="bg1">
              <a:lumMod val="95000"/>
            </a:schemeClr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916A5CE-E64F-C638-49DF-B35D3FDF76B6}"/>
                </a:ext>
              </a:extLst>
            </p:cNvPr>
            <p:cNvSpPr/>
            <p:nvPr/>
          </p:nvSpPr>
          <p:spPr>
            <a:xfrm>
              <a:off x="571500" y="91440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5F62C3-EEAD-5060-1BB3-6CAD5445400B}"/>
                </a:ext>
              </a:extLst>
            </p:cNvPr>
            <p:cNvSpPr/>
            <p:nvPr/>
          </p:nvSpPr>
          <p:spPr>
            <a:xfrm>
              <a:off x="571500" y="103452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3AC10E-9458-22BE-2452-580D58410FE8}"/>
                </a:ext>
              </a:extLst>
            </p:cNvPr>
            <p:cNvSpPr/>
            <p:nvPr/>
          </p:nvSpPr>
          <p:spPr>
            <a:xfrm>
              <a:off x="579965" y="1147762"/>
              <a:ext cx="41040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EE12CEB-6E9F-81B3-996A-643FE7141871}"/>
              </a:ext>
            </a:extLst>
          </p:cNvPr>
          <p:cNvSpPr txBox="1"/>
          <p:nvPr/>
        </p:nvSpPr>
        <p:spPr>
          <a:xfrm>
            <a:off x="3708446" y="1972101"/>
            <a:ext cx="2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93C9516-ECD6-3448-8E89-14AB83DA798C}"/>
              </a:ext>
            </a:extLst>
          </p:cNvPr>
          <p:cNvGraphicFramePr>
            <a:graphicFrameLocks noGrp="1"/>
          </p:cNvGraphicFramePr>
          <p:nvPr/>
        </p:nvGraphicFramePr>
        <p:xfrm>
          <a:off x="-11108" y="6297085"/>
          <a:ext cx="11384600" cy="560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150">
                  <a:extLst>
                    <a:ext uri="{9D8B030D-6E8A-4147-A177-3AD203B41FA5}">
                      <a16:colId xmlns:a16="http://schemas.microsoft.com/office/drawing/2014/main" val="4023256355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3636093769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772554118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1130068070"/>
                    </a:ext>
                  </a:extLst>
                </a:gridCol>
              </a:tblGrid>
              <a:tr h="56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ImgBtn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DrawBtn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SaveBtn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Etc</a:t>
                      </a:r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28144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A817B4-7987-6C55-F8CA-AB84B82DF2A9}"/>
              </a:ext>
            </a:extLst>
          </p:cNvPr>
          <p:cNvSpPr/>
          <p:nvPr/>
        </p:nvSpPr>
        <p:spPr>
          <a:xfrm>
            <a:off x="1357063" y="1052179"/>
            <a:ext cx="9501437" cy="469460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위쪽 14">
            <a:extLst>
              <a:ext uri="{FF2B5EF4-FFF2-40B4-BE49-F238E27FC236}">
                <a16:creationId xmlns:a16="http://schemas.microsoft.com/office/drawing/2014/main" id="{6D2BCBB7-A653-7A48-06AC-6C269B68F144}"/>
              </a:ext>
            </a:extLst>
          </p:cNvPr>
          <p:cNvSpPr/>
          <p:nvPr/>
        </p:nvSpPr>
        <p:spPr>
          <a:xfrm rot="19693323">
            <a:off x="10279569" y="5437984"/>
            <a:ext cx="561975" cy="6176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23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C59F6-DAC1-724F-CD70-917E00CA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42D070C7-3E24-F7B1-7407-38D6E85E33EB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C89E232-D9EF-7D6C-75A1-2B835FC7F403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CBC3C44-BA15-D3C7-2015-CD51FDD1AB08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94A05FE-0C15-8527-2F94-FFAFC88AA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27694"/>
              </p:ext>
            </p:extLst>
          </p:nvPr>
        </p:nvGraphicFramePr>
        <p:xfrm>
          <a:off x="401598" y="427687"/>
          <a:ext cx="11412128" cy="5662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0304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630304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630304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630304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630304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630304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630304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11325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95369" marR="95369" marT="47684" marB="47684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1132552">
                <a:tc>
                  <a:txBody>
                    <a:bodyPr/>
                    <a:lstStyle/>
                    <a:p>
                      <a:pPr algn="ctr" latinLnBrk="1"/>
                      <a:endParaRPr lang="ko-KR" altLang="en-US" sz="1900" dirty="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900" dirty="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 dirty="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1132552"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1132552"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1132552"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/>
                    </a:p>
                  </a:txBody>
                  <a:tcPr marL="95369" marR="95369" marT="47684" marB="47684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900" dirty="0"/>
                    </a:p>
                  </a:txBody>
                  <a:tcPr marL="95369" marR="95369" marT="47684" marB="47684"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1466D42D-CE7B-00A9-DF85-356FD77EB267}"/>
              </a:ext>
            </a:extLst>
          </p:cNvPr>
          <p:cNvSpPr txBox="1"/>
          <p:nvPr/>
        </p:nvSpPr>
        <p:spPr>
          <a:xfrm>
            <a:off x="3270296" y="1514901"/>
            <a:ext cx="2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6208307-4A16-7EE5-7DD7-A9B0C8ECD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33929"/>
              </p:ext>
            </p:extLst>
          </p:nvPr>
        </p:nvGraphicFramePr>
        <p:xfrm>
          <a:off x="-11108" y="6297085"/>
          <a:ext cx="11384600" cy="560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150">
                  <a:extLst>
                    <a:ext uri="{9D8B030D-6E8A-4147-A177-3AD203B41FA5}">
                      <a16:colId xmlns:a16="http://schemas.microsoft.com/office/drawing/2014/main" val="4023256355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3636093769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772554118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1130068070"/>
                    </a:ext>
                  </a:extLst>
                </a:gridCol>
              </a:tblGrid>
              <a:tr h="56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ImgBtn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DrawBtn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SaveBtn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BackBtn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28144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A6B4CE24-B3CB-1747-6351-2C0692C27808}"/>
              </a:ext>
            </a:extLst>
          </p:cNvPr>
          <p:cNvGrpSpPr/>
          <p:nvPr/>
        </p:nvGrpSpPr>
        <p:grpSpPr>
          <a:xfrm>
            <a:off x="2147147" y="1144060"/>
            <a:ext cx="2246294" cy="2752725"/>
            <a:chOff x="2147148" y="657225"/>
            <a:chExt cx="2246294" cy="275272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40AA833-5559-00DD-B38D-4C130F3EAF13}"/>
                </a:ext>
              </a:extLst>
            </p:cNvPr>
            <p:cNvSpPr/>
            <p:nvPr/>
          </p:nvSpPr>
          <p:spPr>
            <a:xfrm>
              <a:off x="2147149" y="657225"/>
              <a:ext cx="2246293" cy="969833"/>
            </a:xfrm>
            <a:prstGeom prst="rect">
              <a:avLst/>
            </a:prstGeom>
            <a:solidFill>
              <a:srgbClr val="FFFFCC">
                <a:alpha val="6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tx1"/>
                  </a:solidFill>
                </a:rPr>
                <a:t>Color</a:t>
              </a:r>
            </a:p>
            <a:p>
              <a:r>
                <a:rPr lang="en-US" altLang="ko-KR" dirty="0">
                  <a:solidFill>
                    <a:schemeClr val="tx1"/>
                  </a:solidFill>
                </a:rPr>
                <a:t>Several colors</a:t>
              </a:r>
            </a:p>
            <a:p>
              <a:r>
                <a:rPr lang="ko-KR" altLang="en-US" dirty="0">
                  <a:solidFill>
                    <a:schemeClr val="tx1"/>
                  </a:solidFill>
                </a:rPr>
                <a:t>전체적용 개인적용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34EE636-B45B-2BD0-72A3-5221B35E57CB}"/>
                </a:ext>
              </a:extLst>
            </p:cNvPr>
            <p:cNvSpPr/>
            <p:nvPr/>
          </p:nvSpPr>
          <p:spPr>
            <a:xfrm>
              <a:off x="2147148" y="1605003"/>
              <a:ext cx="2246293" cy="1804947"/>
            </a:xfrm>
            <a:prstGeom prst="rect">
              <a:avLst/>
            </a:prstGeom>
            <a:solidFill>
              <a:srgbClr val="FFFFCC">
                <a:alpha val="6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colors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F6C62F-D06F-4C2E-81A7-D84B055B44B9}"/>
              </a:ext>
            </a:extLst>
          </p:cNvPr>
          <p:cNvSpPr/>
          <p:nvPr/>
        </p:nvSpPr>
        <p:spPr>
          <a:xfrm>
            <a:off x="353973" y="1559615"/>
            <a:ext cx="1627227" cy="11740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위쪽 14">
            <a:extLst>
              <a:ext uri="{FF2B5EF4-FFF2-40B4-BE49-F238E27FC236}">
                <a16:creationId xmlns:a16="http://schemas.microsoft.com/office/drawing/2014/main" id="{0CABC5F4-304A-84F8-45E0-A07654361BEF}"/>
              </a:ext>
            </a:extLst>
          </p:cNvPr>
          <p:cNvSpPr/>
          <p:nvPr/>
        </p:nvSpPr>
        <p:spPr>
          <a:xfrm rot="19693323">
            <a:off x="1464668" y="2466971"/>
            <a:ext cx="561975" cy="6176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36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00BD-607C-8398-EB35-48EE7377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2E4F456-72CB-C36B-5D6B-80587181E3A0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4134E3E-8AE4-1641-1A8B-52A1E8699B80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F4FC55B-291A-DCF8-FB6D-A73EFD97B4F6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6F9F683-050B-0BA4-ADFB-C346EA3A4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030516"/>
              </p:ext>
            </p:extLst>
          </p:nvPr>
        </p:nvGraphicFramePr>
        <p:xfrm>
          <a:off x="1357063" y="392958"/>
          <a:ext cx="9477874" cy="535382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3982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353982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650859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2026</a:t>
                      </a:r>
                      <a:r>
                        <a:rPr lang="ko-KR" altLang="en-US" sz="1600" dirty="0"/>
                        <a:t>년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월</a:t>
                      </a:r>
                    </a:p>
                  </a:txBody>
                  <a:tcPr marL="79205" marR="79205" marT="39602" marB="3960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79205" marR="79205" marT="39602" marB="39602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메모 </a:t>
                      </a:r>
                      <a:r>
                        <a:rPr lang="ko-KR" altLang="en-US" sz="1600" dirty="0" err="1"/>
                        <a:t>어쩌꿍</a:t>
                      </a:r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940594"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marL="79205" marR="79205" marT="39602" marB="39602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marL="79205" marR="79205" marT="39602" marB="39602"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grpSp>
        <p:nvGrpSpPr>
          <p:cNvPr id="12" name="그룹 11">
            <a:extLst>
              <a:ext uri="{FF2B5EF4-FFF2-40B4-BE49-F238E27FC236}">
                <a16:creationId xmlns:a16="http://schemas.microsoft.com/office/drawing/2014/main" id="{55A75B54-4ACA-0195-1700-FDBFD80BF657}"/>
              </a:ext>
            </a:extLst>
          </p:cNvPr>
          <p:cNvGrpSpPr/>
          <p:nvPr/>
        </p:nvGrpSpPr>
        <p:grpSpPr>
          <a:xfrm>
            <a:off x="11575285" y="6417998"/>
            <a:ext cx="418865" cy="319087"/>
            <a:chOff x="571500" y="914400"/>
            <a:chExt cx="418865" cy="319087"/>
          </a:xfrm>
          <a:solidFill>
            <a:schemeClr val="bg1">
              <a:lumMod val="95000"/>
            </a:schemeClr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F5DDB0-93C2-9AE3-16AA-586AC25C421C}"/>
                </a:ext>
              </a:extLst>
            </p:cNvPr>
            <p:cNvSpPr/>
            <p:nvPr/>
          </p:nvSpPr>
          <p:spPr>
            <a:xfrm>
              <a:off x="571500" y="91440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DEEE1EA-6583-B9AA-CEB5-4F76B6248519}"/>
                </a:ext>
              </a:extLst>
            </p:cNvPr>
            <p:cNvSpPr/>
            <p:nvPr/>
          </p:nvSpPr>
          <p:spPr>
            <a:xfrm>
              <a:off x="571500" y="103452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DC3AFE2-FD76-E6B4-D01D-370D85669531}"/>
                </a:ext>
              </a:extLst>
            </p:cNvPr>
            <p:cNvSpPr/>
            <p:nvPr/>
          </p:nvSpPr>
          <p:spPr>
            <a:xfrm>
              <a:off x="579965" y="1147762"/>
              <a:ext cx="41040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681B822-B097-EFA4-78A8-D5534AB36382}"/>
              </a:ext>
            </a:extLst>
          </p:cNvPr>
          <p:cNvSpPr txBox="1"/>
          <p:nvPr/>
        </p:nvSpPr>
        <p:spPr>
          <a:xfrm>
            <a:off x="3708446" y="1972101"/>
            <a:ext cx="2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70C1D23-6BF7-C087-4EDA-D3F83282AA20}"/>
              </a:ext>
            </a:extLst>
          </p:cNvPr>
          <p:cNvGraphicFramePr>
            <a:graphicFrameLocks noGrp="1"/>
          </p:cNvGraphicFramePr>
          <p:nvPr/>
        </p:nvGraphicFramePr>
        <p:xfrm>
          <a:off x="-11108" y="6297085"/>
          <a:ext cx="11384600" cy="560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150">
                  <a:extLst>
                    <a:ext uri="{9D8B030D-6E8A-4147-A177-3AD203B41FA5}">
                      <a16:colId xmlns:a16="http://schemas.microsoft.com/office/drawing/2014/main" val="4023256355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3636093769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772554118"/>
                    </a:ext>
                  </a:extLst>
                </a:gridCol>
                <a:gridCol w="2846150">
                  <a:extLst>
                    <a:ext uri="{9D8B030D-6E8A-4147-A177-3AD203B41FA5}">
                      <a16:colId xmlns:a16="http://schemas.microsoft.com/office/drawing/2014/main" val="1130068070"/>
                    </a:ext>
                  </a:extLst>
                </a:gridCol>
              </a:tblGrid>
              <a:tr h="5609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ImgBtn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DrawBtn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SaveBtn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Etc</a:t>
                      </a:r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228144"/>
                  </a:ext>
                </a:extLst>
              </a:tr>
            </a:tbl>
          </a:graphicData>
        </a:graphic>
      </p:graphicFrame>
      <p:pic>
        <p:nvPicPr>
          <p:cNvPr id="1028" name="Picture 4" descr="개 투명배경 png 이미지 다운로드">
            <a:extLst>
              <a:ext uri="{FF2B5EF4-FFF2-40B4-BE49-F238E27FC236}">
                <a16:creationId xmlns:a16="http://schemas.microsoft.com/office/drawing/2014/main" id="{A1325930-C7AF-6408-25F1-577C13F1F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536" y="3355181"/>
            <a:ext cx="3062817" cy="306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DCC739C-D74C-705C-B4F3-49066D4D2D27}"/>
              </a:ext>
            </a:extLst>
          </p:cNvPr>
          <p:cNvSpPr/>
          <p:nvPr/>
        </p:nvSpPr>
        <p:spPr>
          <a:xfrm>
            <a:off x="10407721" y="5130657"/>
            <a:ext cx="1430306" cy="1520703"/>
          </a:xfrm>
          <a:prstGeom prst="rect">
            <a:avLst/>
          </a:prstGeom>
          <a:solidFill>
            <a:srgbClr val="FFFFC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내보내기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불러오기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나가기</a:t>
            </a:r>
            <a:endParaRPr lang="en-US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491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FA246-0C51-0312-4992-5AA7F2CE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EB74F6-77B1-6072-B245-06C645BE0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85230"/>
              </p:ext>
            </p:extLst>
          </p:nvPr>
        </p:nvGraphicFramePr>
        <p:xfrm>
          <a:off x="1136545" y="481891"/>
          <a:ext cx="10890250" cy="615164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55750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747849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/>
                        <a:t>2026</a:t>
                      </a:r>
                      <a:r>
                        <a:rPr lang="ko-KR" altLang="en-US" sz="1800" dirty="0"/>
                        <a:t>년 </a:t>
                      </a:r>
                      <a:r>
                        <a:rPr lang="en-US" altLang="ko-KR" sz="1800" dirty="0"/>
                        <a:t>5</a:t>
                      </a:r>
                      <a:r>
                        <a:rPr lang="ko-KR" altLang="en-US" sz="1800" dirty="0"/>
                        <a:t>월</a:t>
                      </a:r>
                    </a:p>
                  </a:txBody>
                  <a:tcPr marL="91008" marR="91008" marT="45503" marB="45503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1080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91008" marR="91008" marT="45503" marB="45503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1080759"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/>
                        <a:t>메모 </a:t>
                      </a:r>
                      <a:r>
                        <a:rPr lang="ko-KR" altLang="en-US" sz="1800" dirty="0" err="1"/>
                        <a:t>어쩌꿍</a:t>
                      </a:r>
                      <a:endParaRPr lang="ko-KR" altLang="en-US" sz="1800" dirty="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1080759"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1080759"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1080759"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/>
                    </a:p>
                  </a:txBody>
                  <a:tcPr marL="91008" marR="91008" marT="45503" marB="45503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dirty="0"/>
                    </a:p>
                  </a:txBody>
                  <a:tcPr marL="91008" marR="91008" marT="45503" marB="45503"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pic>
        <p:nvPicPr>
          <p:cNvPr id="3" name="Picture 4" descr="개 투명배경 png 이미지 다운로드">
            <a:extLst>
              <a:ext uri="{FF2B5EF4-FFF2-40B4-BE49-F238E27FC236}">
                <a16:creationId xmlns:a16="http://schemas.microsoft.com/office/drawing/2014/main" id="{C264EF36-ED73-B071-80C1-F87A8F3AB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563" y="3787014"/>
            <a:ext cx="3519232" cy="351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D080B68-A5D3-BDF7-1355-A9F6808466D1}"/>
              </a:ext>
            </a:extLst>
          </p:cNvPr>
          <p:cNvGrpSpPr/>
          <p:nvPr/>
        </p:nvGrpSpPr>
        <p:grpSpPr>
          <a:xfrm>
            <a:off x="0" y="0"/>
            <a:ext cx="12192000" cy="333375"/>
            <a:chOff x="0" y="0"/>
            <a:chExt cx="12192000" cy="33337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0ED878A-98F9-CF30-59B3-602BC1503F26}"/>
                </a:ext>
              </a:extLst>
            </p:cNvPr>
            <p:cNvSpPr/>
            <p:nvPr/>
          </p:nvSpPr>
          <p:spPr>
            <a:xfrm>
              <a:off x="0" y="0"/>
              <a:ext cx="12192000" cy="33337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2E4486-2093-36A1-0174-99218538C4B2}"/>
                </a:ext>
              </a:extLst>
            </p:cNvPr>
            <p:cNvSpPr/>
            <p:nvPr/>
          </p:nvSpPr>
          <p:spPr>
            <a:xfrm>
              <a:off x="11868150" y="52800"/>
              <a:ext cx="252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rgbClr val="FF0000"/>
                  </a:solidFill>
                </a:rPr>
                <a:t>X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8FF2397-C232-230E-14FA-998C403D1452}"/>
              </a:ext>
            </a:extLst>
          </p:cNvPr>
          <p:cNvGrpSpPr/>
          <p:nvPr/>
        </p:nvGrpSpPr>
        <p:grpSpPr>
          <a:xfrm>
            <a:off x="114300" y="440795"/>
            <a:ext cx="418865" cy="319087"/>
            <a:chOff x="571500" y="914400"/>
            <a:chExt cx="418865" cy="319087"/>
          </a:xfrm>
          <a:solidFill>
            <a:schemeClr val="bg1">
              <a:lumMod val="95000"/>
            </a:schemeClr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28EC5C3-B49A-72F8-1E1D-B4822C390648}"/>
                </a:ext>
              </a:extLst>
            </p:cNvPr>
            <p:cNvSpPr/>
            <p:nvPr/>
          </p:nvSpPr>
          <p:spPr>
            <a:xfrm>
              <a:off x="571500" y="91440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1F8885-D8DE-A135-866A-10049CED873E}"/>
                </a:ext>
              </a:extLst>
            </p:cNvPr>
            <p:cNvSpPr/>
            <p:nvPr/>
          </p:nvSpPr>
          <p:spPr>
            <a:xfrm>
              <a:off x="571500" y="1034520"/>
              <a:ext cx="409575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60F54C6-2010-702C-D178-FD011FC26E7F}"/>
                </a:ext>
              </a:extLst>
            </p:cNvPr>
            <p:cNvSpPr/>
            <p:nvPr/>
          </p:nvSpPr>
          <p:spPr>
            <a:xfrm>
              <a:off x="579965" y="1147762"/>
              <a:ext cx="41040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7CF98B5-63AF-ABF8-7FA3-6921A1302623}"/>
              </a:ext>
            </a:extLst>
          </p:cNvPr>
          <p:cNvSpPr txBox="1"/>
          <p:nvPr/>
        </p:nvSpPr>
        <p:spPr>
          <a:xfrm>
            <a:off x="3903655" y="2506357"/>
            <a:ext cx="298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230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윈도우10 19H1 기본 배경화면이 참 착하네요">
            <a:extLst>
              <a:ext uri="{FF2B5EF4-FFF2-40B4-BE49-F238E27FC236}">
                <a16:creationId xmlns:a16="http://schemas.microsoft.com/office/drawing/2014/main" id="{AA191299-0493-3D63-36FB-97C33115D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EE58982-CA9E-7C4D-AF20-6C20571D4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328553"/>
              </p:ext>
            </p:extLst>
          </p:nvPr>
        </p:nvGraphicFramePr>
        <p:xfrm>
          <a:off x="6491271" y="161473"/>
          <a:ext cx="5621952" cy="317570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03136">
                  <a:extLst>
                    <a:ext uri="{9D8B030D-6E8A-4147-A177-3AD203B41FA5}">
                      <a16:colId xmlns:a16="http://schemas.microsoft.com/office/drawing/2014/main" val="10441328"/>
                    </a:ext>
                  </a:extLst>
                </a:gridCol>
                <a:gridCol w="803136">
                  <a:extLst>
                    <a:ext uri="{9D8B030D-6E8A-4147-A177-3AD203B41FA5}">
                      <a16:colId xmlns:a16="http://schemas.microsoft.com/office/drawing/2014/main" val="170017884"/>
                    </a:ext>
                  </a:extLst>
                </a:gridCol>
                <a:gridCol w="803136">
                  <a:extLst>
                    <a:ext uri="{9D8B030D-6E8A-4147-A177-3AD203B41FA5}">
                      <a16:colId xmlns:a16="http://schemas.microsoft.com/office/drawing/2014/main" val="2020311471"/>
                    </a:ext>
                  </a:extLst>
                </a:gridCol>
                <a:gridCol w="803136">
                  <a:extLst>
                    <a:ext uri="{9D8B030D-6E8A-4147-A177-3AD203B41FA5}">
                      <a16:colId xmlns:a16="http://schemas.microsoft.com/office/drawing/2014/main" val="265387316"/>
                    </a:ext>
                  </a:extLst>
                </a:gridCol>
                <a:gridCol w="803136">
                  <a:extLst>
                    <a:ext uri="{9D8B030D-6E8A-4147-A177-3AD203B41FA5}">
                      <a16:colId xmlns:a16="http://schemas.microsoft.com/office/drawing/2014/main" val="1883327370"/>
                    </a:ext>
                  </a:extLst>
                </a:gridCol>
                <a:gridCol w="803136">
                  <a:extLst>
                    <a:ext uri="{9D8B030D-6E8A-4147-A177-3AD203B41FA5}">
                      <a16:colId xmlns:a16="http://schemas.microsoft.com/office/drawing/2014/main" val="2413351187"/>
                    </a:ext>
                  </a:extLst>
                </a:gridCol>
                <a:gridCol w="803136">
                  <a:extLst>
                    <a:ext uri="{9D8B030D-6E8A-4147-A177-3AD203B41FA5}">
                      <a16:colId xmlns:a16="http://schemas.microsoft.com/office/drawing/2014/main" val="985462461"/>
                    </a:ext>
                  </a:extLst>
                </a:gridCol>
              </a:tblGrid>
              <a:tr h="386068">
                <a:tc gridSpan="7"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/>
                        <a:t>2026</a:t>
                      </a:r>
                      <a:r>
                        <a:rPr lang="ko-KR" altLang="en-US" sz="900" dirty="0"/>
                        <a:t>년 </a:t>
                      </a:r>
                      <a:r>
                        <a:rPr lang="en-US" altLang="ko-KR" sz="900" dirty="0"/>
                        <a:t>5</a:t>
                      </a:r>
                      <a:r>
                        <a:rPr lang="ko-KR" altLang="en-US" sz="900" dirty="0"/>
                        <a:t>월</a:t>
                      </a:r>
                    </a:p>
                  </a:txBody>
                  <a:tcPr marL="47205" marR="47205" marT="23602" marB="23602"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93490"/>
                  </a:ext>
                </a:extLst>
              </a:tr>
              <a:tr h="557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 marL="46982" marR="46982" marT="23490" marB="2349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601460"/>
                  </a:ext>
                </a:extLst>
              </a:tr>
              <a:tr h="557928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/>
                        <a:t>메모 </a:t>
                      </a:r>
                      <a:r>
                        <a:rPr lang="ko-KR" altLang="en-US" sz="900" dirty="0" err="1"/>
                        <a:t>어쩌꿍</a:t>
                      </a:r>
                      <a:endParaRPr lang="ko-KR" altLang="en-US" sz="900" dirty="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extLst>
                  <a:ext uri="{0D108BD9-81ED-4DB2-BD59-A6C34878D82A}">
                    <a16:rowId xmlns:a16="http://schemas.microsoft.com/office/drawing/2014/main" val="3073019792"/>
                  </a:ext>
                </a:extLst>
              </a:tr>
              <a:tr h="557928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extLst>
                  <a:ext uri="{0D108BD9-81ED-4DB2-BD59-A6C34878D82A}">
                    <a16:rowId xmlns:a16="http://schemas.microsoft.com/office/drawing/2014/main" val="4237618823"/>
                  </a:ext>
                </a:extLst>
              </a:tr>
              <a:tr h="557928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extLst>
                  <a:ext uri="{0D108BD9-81ED-4DB2-BD59-A6C34878D82A}">
                    <a16:rowId xmlns:a16="http://schemas.microsoft.com/office/drawing/2014/main" val="3896195976"/>
                  </a:ext>
                </a:extLst>
              </a:tr>
              <a:tr h="557928"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/>
                    </a:p>
                  </a:txBody>
                  <a:tcPr marL="46982" marR="46982" marT="23490" marB="2349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marL="46982" marR="46982" marT="23490" marB="23490" anchor="ctr"/>
                </a:tc>
                <a:extLst>
                  <a:ext uri="{0D108BD9-81ED-4DB2-BD59-A6C34878D82A}">
                    <a16:rowId xmlns:a16="http://schemas.microsoft.com/office/drawing/2014/main" val="4243937172"/>
                  </a:ext>
                </a:extLst>
              </a:tr>
            </a:tbl>
          </a:graphicData>
        </a:graphic>
      </p:graphicFrame>
      <p:pic>
        <p:nvPicPr>
          <p:cNvPr id="4" name="Picture 4" descr="개 투명배경 png 이미지 다운로드">
            <a:extLst>
              <a:ext uri="{FF2B5EF4-FFF2-40B4-BE49-F238E27FC236}">
                <a16:creationId xmlns:a16="http://schemas.microsoft.com/office/drawing/2014/main" id="{937E6AE1-17D7-12E9-E9DC-3BE597490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8247" y="1749327"/>
            <a:ext cx="2094976" cy="209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234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154</Words>
  <Application>Microsoft Office PowerPoint</Application>
  <PresentationFormat>와이드스크린</PresentationFormat>
  <Paragraphs>117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이아림</dc:creator>
  <cp:lastModifiedBy>이아림</cp:lastModifiedBy>
  <cp:revision>1</cp:revision>
  <dcterms:created xsi:type="dcterms:W3CDTF">2026-04-07T05:17:11Z</dcterms:created>
  <dcterms:modified xsi:type="dcterms:W3CDTF">2026-04-07T06:12:04Z</dcterms:modified>
</cp:coreProperties>
</file>